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Hengsheng Group Inc.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中国市场合作伙伴招募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一家立足加州、用 AI 重构美国保险经纪生态的金融科技平台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战略合作承运商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  ·  Chubb  ·  Cigna  ·  AIG  ·  Allianz  ·  Prudential  ·  Transamerica  ·  Nationwide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Irvine, 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公司介绍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1737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为什么做美国保险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P4 - P7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中国合作伙伴能得到什么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P8 - P10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合作佣金 / 分成模式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P11 - P13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108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3108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客户转介流程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P14 - P15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566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0" y="3566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美国保险产品优势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P16 - P18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2880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合作加盟条件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P19 - P20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828800" y="4480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招商广告文案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937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828800" y="4937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微信朋友圈短文案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680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P22 - P23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5394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828800" y="5394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中国合规发布版本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86800" y="5394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P24 - P28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公司介绍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公司一句话定位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 /  恒晟集团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828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加州尔湾（Irvine, CA）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423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加州保险经纪执照 + 20 州展业资质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3017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HSPROSPER.com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11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3611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金融科技驱动的保险经纪平台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51760" y="4206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 活跃经纪人 · 8 家 A 级承运商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00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51760" y="48006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大 AI 系统赋能经纪人产能 5-12 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行业真实规模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行业真实规模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万亿 $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美国寿险在保总规模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约占美国 GDP 80%，全球最大寿险市场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亿 $+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5488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IUL 2025 年新单保费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 5 年两位数增长，全美最快产品线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行业年化增长率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跑赢绝大多数传统行业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NLG（国家人寿）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NLG（国家人寿）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年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公司历史（1848 年至今）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比加州还老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5488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三大评级机构一致评级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A.M.Best A+ / Moody's A1 / S&amp;P A+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IUL 市场连续 14 季度第一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AI 搜索 + LIMRA 数据可验证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IUL 才是美国市场的主流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IUL 才是美国市场的主流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IUL 成交件数年增长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LIMRA 2023 Q4 数据，全产品第一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5488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其他产品全线持平或下滑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UL/全寿险/万能险均如此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NLG IUL 市场排名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卖最受欢迎的产品中最受欢迎的那一家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华人市场的结构性机会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华人市场的结构性机会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万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全美华裔家庭总数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920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中产及以上占比 35%+（约 200 万户）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5488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华人寿险渗透率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结构性机会 = 服务尚未被覆盖的家庭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大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高密度华裔州：CA / NY / TX / WA / FL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每个核心城市潜在客户池 1-3 万家庭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中国合作伙伴能得到什么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类合作伙伴 × 4 类收益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9601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转介绍方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保险代理人/移民中介/律师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你给恒晟：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691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客户线索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1371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恒晟给你：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线索佣金（10-20%）+ 续期 3-5%（最多 7 年）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1247120" cy="9601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渠道合伙人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商会/校友会/区域中心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你给恒晟：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高净值圈层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恒晟给你：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788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联合活动分成 + 客户全生命周期服务分成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11247120" cy="9601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 联合品牌方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财经媒体/教育机构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你给恒晟：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品牌曝光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恒晟给你：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886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内容合作分成 + 客户转化分成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11247120" cy="9601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 投资方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5120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战略合作方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4663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你给恒晟：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4983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资金/资源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4663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恒晟给你：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4983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2026 Equity Bonus Plan 入股权益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中国伙伴的 3 大核心优势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相对自己干，你省了 4 件事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不需要美国身份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0" y="1645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全程线上协同 + 跨境合规支持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554480" y="2651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不需要持牌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651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持牌由恒晟提供，你负责转介/客维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1124712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554480" y="3657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不需要自建团队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3657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 + 后台合规 + 核保支持全包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1124712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554480" y="4663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不需要做合规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4663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NLG 合规问卷 + 反洗钱筛查我们负责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"你只做你最擅长的——找到客户。"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家承运商 = 客户方案池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家 A 级承运商 · 客观推荐 · 独立经纪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客户找你买保险，你可以给他 8 家公司的方案——这就是独立经纪。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743200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743200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Chubb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743200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Cigna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98280" y="2011680"/>
            <a:ext cx="2743200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2743200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37560" y="3383280"/>
            <a:ext cx="2743200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383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Prudential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2743200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383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Transamerica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098280" y="3383280"/>
            <a:ext cx="2743200" cy="11887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3383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哪家核保最松 · 哪家保费最低 · 哪家生前福利最全 — 给客户最优解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合作佣金 / 分成模式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两种分成模式（中国伙伴专属）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0" cy="4389120"/>
          </a:xfrm>
          <a:prstGeom prst="rect">
            <a:avLst/>
          </a:prstGeom>
          <a:solidFill>
            <a:srgbClr val="1A1D27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A · 客户线索分成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适合：转介绍方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首年分成 · 10-20%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按线索质量分级结算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续期分成 · 3-5%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 7 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结算：保单生效次月  ·  电汇 / PayPal / 微信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5486400" cy="4389120"/>
          </a:xfrm>
          <a:prstGeom prst="rect">
            <a:avLst/>
          </a:prstGeom>
          <a:solidFill>
            <a:srgbClr val="1A1D2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B · 联合合伙人分成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适合：深度合作方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首年分成 · 25-35%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深度联合运营客户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383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续期分成 · 5-8%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客户终身服务，至保单结束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4572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额外权益：业务优先对接 + 联合品牌活动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以上数字为对外宣传统一口径，最终以双方签署的 Partner Agreement 为准。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佣金体系内部逻辑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懂行的人会问：你们经纪人的佣金多少？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恒晟经纪人个人佣金率（按 Rank）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55448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84832" y="1645920"/>
            <a:ext cx="155448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84832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60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12464" y="1645920"/>
            <a:ext cx="155448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12464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70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0096" y="1645920"/>
            <a:ext cx="155448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0096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75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67728" y="1645920"/>
            <a:ext cx="155448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67728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80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0" y="1645920"/>
            <a:ext cx="155448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95360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85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222992" y="1645920"/>
            <a:ext cx="155448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22992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222992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90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平台总佣金 125% · Fast Track 出分 · Premium Amt 判定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平台总佣金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17520" y="35661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3566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NLG 直接签 Hengsheng，跳过中间层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 Track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17520" y="4206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5000→50% · 10000→60% · 25000→70%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23760" y="42062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恒晟平台专属阶梯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Premium Amt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48463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年缴=TP · 月缴=TP÷12 · 超额=min(Modal,AAP)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23760" y="4846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NLG 实际发放为准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完整规则见《恒晟佣金系统最终规则 V1》(2026-06-27)  ·  术语规范：分佣比例（不是"提成比例"）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 / 税务 / 合规说明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 · 税务 · 合规底线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 5 号统一结算上月佣金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电汇 / PayPal / 微信（具体看合规通道）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恒晟负责 W-9 / 1099 申报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中国伙伴负责中国境内税务申报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合规底线 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不在中国境内公开宣传美国保险产品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合规版本见模块 10（P24-P28）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89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合规底线 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004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客户必须如实告知美国税务身份/赴美计划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4800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投保前须通过 NLG 合规问卷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客户转介流程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步客户转介流程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中国伙伴识别客户需求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年龄/收入/资产/赴美计划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微信/邮件发送客户基本信息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姓名/年龄/收入/资产初步画像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37744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514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恒晟顾问 24h 内回复可行性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514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推荐方向 + 产品池匹配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3108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安排三方通话（中/英/客户）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NLG 持牌经纪人主讲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56616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97280" y="3703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客户决定投保 → 准备 KYC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护照/收入证明/银行对账单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16052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9728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NLG 核保（2-4 周）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4297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中国伙伴实时可见进度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75488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92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9728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保单生效 → 年度检视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4892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中国伙伴获首年佣金分成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客户成功案例（脱敏）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个真实转介案例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 · 某企业主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中国移民中介转介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0" y="13716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IUL $5M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1737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首年保费 $80K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1031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结果：核保通过，生前福利全开，信托架构嵌入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11247120" cy="13716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546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2880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 · 三口之家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246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夫妇 + 2 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留学规划家庭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2880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Term 20 年 $2M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32461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$1,200/年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36118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结果：覆盖房贷 + 孩子教育金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634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6304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 · 科技公司高管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754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5120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资产传承需求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43891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WL $1.5M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760720" y="47548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保费融资方案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5120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结果：年化综合成本 &lt; 4%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案例细节须经客户书面授权才能对外使用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美国保险产品优势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vs 中国 vs 香港保险对比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IUL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中国寿险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0" y="1371600"/>
            <a:ext cx="30175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香港储蓄险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产品结构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82880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指数型万能寿险（保底+成长）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82880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8288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传统终身寿/定期寿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0" y="1828800"/>
            <a:ext cx="301752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18288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储蓄分红险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606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税务优势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60604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606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税务递延 + 死亡赔付免税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60604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606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正常纳税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0" y="2606040"/>
            <a:ext cx="301752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2606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海外税务复杂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收益机制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38328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标普 500 跟踪，保底 0%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338328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固定收益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86800" y="3383280"/>
            <a:ext cx="301752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23960" y="3383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不保证高收益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16052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160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监管环境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0" y="416052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4160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NAIC 合规 + AG49 透明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0" y="416052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4160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保监会监管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86800" y="4160520"/>
            <a:ext cx="301752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23960" y="41605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香港保监局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93776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937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适合客群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493776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37560" y="4937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高净值·美国税务居民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943600" y="4937760"/>
            <a:ext cx="274320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4937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基础保障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686800" y="4937760"/>
            <a:ext cx="3017520" cy="73152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23960" y="49377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跨境资产配置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结论：美国 IUL 是高净值客户的全球化保障首选方案。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美国保险的 6 大核心功能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大核心功能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155448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身故理赔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免税资产传承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57600" cy="155448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税务优化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976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递延 + 免税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657600" cy="155448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资产保护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债权人保护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657600" cy="155448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退休收入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指数挂钩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97680" y="3291840"/>
            <a:ext cx="3657600" cy="155448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遗产规划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9768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绕过遗嘱认证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3291840"/>
            <a:ext cx="3657600" cy="155448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杠杆效应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3816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小保费撬动大保额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大产品线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大产品线覆盖客户全生命周期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3716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280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指数型万能寿险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高净值/退休规划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0" y="12801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保本 + 指数增长 + 税务递延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13716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574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057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定期寿险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年轻家庭/房贷期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0" y="2057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高杠杆低保费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34640"/>
            <a:ext cx="13716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346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2834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万能寿险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资产传承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0" y="28346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终身保障 + 现金值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11880"/>
            <a:ext cx="13716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11680" y="36118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灵活型万能寿险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6118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复杂财务结构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63840" y="36118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灵活缴费 + 灵活提取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38912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389120"/>
            <a:ext cx="13716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891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011680" y="4389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年金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4389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退休规划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0" y="4389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终身收入流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16636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166360"/>
            <a:ext cx="13716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1663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011680" y="5166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整体人身保险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5166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中小企业主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63840" y="5166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团体福利 + key-person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合作加盟条件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加盟条件 · 硬性 + 软性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硬性条件（必须满足）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4114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持有中国境内合法经营资质（公司/工作室/团队）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1 年以上高净值客户服务经验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（保险/移民/留学/律师/会计师）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接受 2 小时线上培训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通过合规考试（80 分及格）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签署《Partner Agreement》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签署《合规承诺书》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软性条件（优先考虑）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5486400" cy="4114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有现成高净值客户池（30+ 家庭）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有自媒体/商会/校友会资源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有跨境业务经验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337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能用英语/粤语沟通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840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（非必须，恒晟提供翻译）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343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4846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总周期：从意向到上岗 2-4 周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加盟流程 5 步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步加盟流程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提交意向表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1508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 / 邮件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2423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 BD 1 对 1 沟通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2423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337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参加线上说明会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3337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每月最后一个周六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80160" y="4251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 Partner Agreement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0" y="4251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合规培训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937760"/>
            <a:ext cx="2743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1663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80160" y="51663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开通合作伙伴账号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0" y="5166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启动客户对接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招商广告文案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套广告文案（投放素材）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155448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短平快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场景：朋友圈 / 抖音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37160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不卷国内保险了，我把客户送到美国去。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标普 500 指数挂钩，保底 0%，身故免税。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 经纪人在卖，8 家承运商可选。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加州尔湾持牌经纪。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📩 留言「美国保险」我发资料。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11247120" cy="155448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专业型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场景：公众号 / 知乎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30632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为什么我把客户的美国身份规划交给恒晟？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年华人保险深耕，NLG IUL 连续 14 季度 #1，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全美 8 家 A 级承运商，加州持牌 + 20 州展业。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不是卖产品，是建结构。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适合：高净值家庭 / 移民 / 留学 / 企业主。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私信「合作」接入合伙人通道。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55448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· 圈层型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场景：商会 / 校友会 DM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475488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各位 X 长/会长好，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推荐一家我深度合作过的美国保险经纪：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恒晟集团，加州尔湾持牌。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能给到中国合作伙伴 3 件事：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8 家承运商方案池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客户线索 10-20% 分成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全程英文沟通 + 跨境合规支持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如需引荐请回复。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微信朋友圈发布模板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条朋友圈文案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86868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条 · 建立认知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今天跟一位加州的老同事吃饭，她说她在恒晟做了 3 年经纪人。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NLG 的 IUL 在美国市场连续 14 季度排第一，公司用 AI 把产能拉了 5 倍。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LIMRA 公开报告确实这么写的。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47120" cy="86868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条 · 埋需求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经常有人问我：到了美国第一件事该买什么？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我的答案：先看保险。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美国寿险身故赔付免税 + 现金值税务递延。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但产品复杂度高，条款 100+ 页，需要专业经纪。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1247120" cy="86868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条 · 晒案例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帮一个老客户做了 IUL 方案：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岁企业主，$5M 保额，年保费 $80K。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信托架构 + 生前福利全开，跨境税务隔离到位。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（具体产品条款以承保为准）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1247120" cy="86868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条 · 招募钩子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如果你手里有一些高净值客户——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我可以介绍一个稳定的美国保险合作渠道：恒晟集团。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线索分成首年保费的 10-20%，续期 3-5%，最多 7 年。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感兴趣私我「美国保险」。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5120640"/>
            <a:ext cx="11247120" cy="86868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条 · 软植入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86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美国寿险 vs 国内寿险：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国内：固定收益，3.5% 预定利率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美国：指数挂钩，保底 0%，上限 12-15%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国内：身故赔付计入遗产税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美国：身故赔付 100% 免税（合规结构下）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不是谁替代谁，是给客户多一个篮子。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朋友圈发布节奏建议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 + 格式 + 风险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 2-3 条，避免刷屏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 8 点 / 晚 9 点（高净值人群活跃时段）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834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 &gt; 纯文字 &gt; 长视频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18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611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不发具体产品费率（合规）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89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4389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不发具体保单截图（客户隐私）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1124712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1663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5166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不发「包过」「稳赚」等承诺（合规）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中国合规发布 · 总原则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中国大陆境内对美国保险产品的宣传受到严格监管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 5 类内容绝对不能在中国大陆公开渠道发布：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914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具体产品名称（IUL、WL 等）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914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231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具体保险公司名称（NLG、PALIG 等）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914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具体费率 / 分红数字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914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118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「保证收益」「稳赚不赔」等承诺性表述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914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062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客户案例（含可识别身份信息）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违规主体责任在中国发布方，恒晟不承担中国境内合规风险。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合规文案改写对照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条对照：从不合规 → 合规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IUL 收益 7%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美元计价保险产品收益结构与国内不同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国家人寿 176 年历史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国际知名保险机构，历史悠久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NLG 排名 #1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194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该机构在国际评级中获得较高评价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身故 100% 免税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6517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517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具体税务处理需根据客户情况咨询专业顾问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我帮你买美国保险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1089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我们提供跨境资产配置咨询服务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首年佣金分成 20%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5661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566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合作分成比例以双方协议为准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A 买了 $5M 保单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40233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0233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我们曾为多位客户提供跨境资产配置服务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稳赚不赔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4805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4805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保险产品受市场波动影响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937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核保通过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49377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49377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核保结果由保险公司根据客户情况决定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5394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扫码立刻投保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53949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53949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请先咨询专业顾问评估需求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朋友圈合规版本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P22-P23 的中国境内合规文案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2011680"/>
          </a:xfrm>
          <a:prstGeom prst="rect">
            <a:avLst/>
          </a:prstGeom>
          <a:solidFill>
            <a:srgbClr val="1A1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合规版 · 朋友圈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在做跨境业务的过程中，经常有朋友问我关于海外资产配置的问题。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我一般在能力范围内给一些建议，涉及到具体产品选择，会推荐专业的顾问团队。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跨境保险、信托、税务这些事，一定要找有海外牌照 + 中英文双语能力的机构来对接。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不是广告，只是经验之谈。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11247120" cy="2011680"/>
          </a:xfrm>
          <a:prstGeom prst="rect">
            <a:avLst/>
          </a:prstGeom>
          <a:solidFill>
            <a:srgbClr val="1A1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合规版 · 朋友圈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今天分享一个观察：高净值家庭做资产配置，跨境结构越来越重要。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 / 港 / 新三地的金融工具各有适用场景，没有标准答案，但有最优解。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欢迎同行交流。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合作加盟广告 · 合规版本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线下沙龙 / 商会 / 校友会场景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47120" cy="4572000"/>
          </a:xfrm>
          <a:prstGeom prst="rect">
            <a:avLst/>
          </a:prstGeom>
          <a:solidFill>
            <a:srgbClr val="1A1D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各位会长 / 校友好：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我这边对接了一家做跨境资产配置的专业机构，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如果圈层里有朋友对以下方向感兴趣，可以推荐：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海外身份规划中的资产保护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留学 / 移民家庭的长期保障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企业主的 key-person 保障 + 跨境税务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他们的优势是：海外持牌 + 多家承运商 + 中文服务。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不是广告，只是觉得对圈层朋友有用。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需要引荐请私信。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Hengsheng Group Inc. · 中国市场合作伙伴招募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 + 入会通道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下一步，怎么合作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"我们不催你，今天听完回去想清楚，下一次说明会欢迎你来。"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657600" cy="164592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 1 对 1 沟通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扫码填写意向表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2103120"/>
            <a:ext cx="3657600" cy="164592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2976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参加新人说明会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周三线下 + 周六线上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657600" cy="1645920"/>
          </a:xfrm>
          <a:prstGeom prst="rect">
            <a:avLst/>
          </a:prstGeom>
          <a:solidFill>
            <a:srgbClr val="1A1D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13816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 Partner Agreement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注册 NLG 经纪人账号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11247120" cy="2011680"/>
          </a:xfrm>
          <a:prstGeom prst="rect">
            <a:avLst/>
          </a:prstGeom>
          <a:solidFill>
            <a:srgbClr val="1A1D27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官网：HSPROSPER.com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邮箱：partners@hsprosper.com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总部：Irvine, CA, USA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4663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微信：扫码加 BD 团队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5029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CEO: Kevin Fan (范恒生)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5394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pfa.kevinfan@gmail.com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Hengsheng Group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恒晟集团·中国市场合作伙伴招商</dc:title>
  <dc:subject>PptxGenJS Presentation</dc:subject>
  <dc:creator>Hengsheng Group BD</dc:creator>
  <cp:lastModifiedBy>Hengsheng Group BD</cp:lastModifiedBy>
  <cp:revision>1</cp:revision>
  <dcterms:created xsi:type="dcterms:W3CDTF">2026-09-15T03:08:42Z</dcterms:created>
  <dcterms:modified xsi:type="dcterms:W3CDTF">2026-09-15T03:08:42Z</dcterms:modified>
</cp:coreProperties>
</file>