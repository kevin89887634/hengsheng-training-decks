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52160"/>
            <a:ext cx="12191695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Hengsheng Group Inc.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中国市场合作伙伴招募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Angeles, CA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公司介绍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为什么做美国保险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566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中国合作伙伴能得到什么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合作佣金 / 分成模式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846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客户转介流程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9808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美国保险产品优势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2926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合作加盟条件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566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98080" y="3566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招商广告文案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4206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49808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微信朋友圈短文案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4846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98080" y="4846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中国合规发布版本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公司介绍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加州持牌的科技型保险经纪公司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Los Angeles, CA · 50+ 经纪人 · 8 家承运商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行业真实规模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万亿 $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美国寿险在保总规模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48463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约占美国 GDP 80%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IUL 新单保费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亿 $+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IUL 2025 年新单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48463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 5 年两位数增长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国家人寿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年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NLG 公司历史（1848 至今）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48463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三大评级机构 A+ / A1 / A+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华人渗透率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8%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华人在美国寿险的占比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484632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580 万华裔家庭，结构性机会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我们找 4 类合作伙伴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0332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22860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286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保险代理人 / 移民中介 / 律师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10332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004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011680" y="3200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渠道合伙人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32004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商会 / 校友会 / 区域中心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114800"/>
            <a:ext cx="10332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148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011680" y="4114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联合品牌方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41148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财经媒体 / 教育机构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0292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011680" y="50292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投资方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0" y="50292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战略合作 / 资金 / 资源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你不需要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件事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美国身份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持牌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自建团队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0" y="4297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做合规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你只做你最擅长的——找到客户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家承运商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家 A 级承运商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独立经纪 · 客观推荐 · 不绑定单一公司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MetLife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20440" y="256032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Chubb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256032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32520" y="256032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2560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402336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23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20440" y="402336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4023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Prudential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26480" y="402336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4023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Transamerica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32520" y="402336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40233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合作佣金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两种分成模式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客户线索分成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首年 10-20%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续期 3-5%（最多 7 年）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029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适合：转介绍方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53035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 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联合合伙人分成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31089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首年 25-35%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126480" y="4114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续期 5-8%（终身）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5029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适合：深度合作方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具体比例以双方签署的 Partner Agreement 为准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佣金体系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懂行的人会问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经纪人个人佣金率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2560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60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2560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02336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70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2560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57784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80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2560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13232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90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0" y="2560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6868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0" y="25603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2412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平台总佣金 125% · Fast Track 5000→50% · Premium Amt 以 NLG 实际发放为准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完整规则见《恒晟佣金系统最终规则 V1》(2026-06-27)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 / 合规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 · 税务 · 合规底线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9418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6459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 5 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16459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统一结算上月佣金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560320"/>
            <a:ext cx="9418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560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W-9 / 1099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25603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恒晟负责美国税务申报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3474720"/>
            <a:ext cx="9418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474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不在中国境内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34747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公开宣传美国保险产品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4389120"/>
            <a:ext cx="9418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4389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客户必须如实告知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438912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美国税务身份 / 赴美计划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客户转介流程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步客户转介流程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识别客户需求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发送客户基本信息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恒晟顾问 24h 回复可行性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三方通话（中/英/客户）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客户决定投保 → 准备 KYC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" y="480060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NLG 核保（2-4 周）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440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保单生效 → 年度检视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客户案例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个转介案例（脱敏）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 · 45 岁企业主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IUL $5M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9659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结果：信托架构嵌入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10332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 · 三口之家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Term 20 年 $2M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31546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结果：覆盖房贷 + 教育金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10332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 · 科技高管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WL $1.5M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43434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结果：保费融资方案落地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案例细节须经客户书面授权才能对外使用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产品对比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IUL vs 中国寿险 vs 香港储蓄险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IUL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中国寿险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0" y="1554480"/>
            <a:ext cx="301752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香港储蓄险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产品结构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指数型万能寿险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20116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0116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传统终身寿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0" y="201168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20116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储蓄分红险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788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7889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788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递延 + 死亡免税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7889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788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正常纳税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0" y="278892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23960" y="27889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海外税务复杂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56616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标普 500 跟踪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356616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3566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固定收益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0" y="356616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23960" y="3566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不保证高收益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34340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343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0" y="434340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4343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NAIC + AG49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943600" y="434340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4343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保监会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86800" y="434340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23960" y="43434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香港保监局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512064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5120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客群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512064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37560" y="5120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高净值·美国税务居民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43600" y="512064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5120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基础保障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686800" y="5120640"/>
            <a:ext cx="3017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23960" y="51206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跨境资产配置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大核心功能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美国保险的 6 大核心功能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身故理赔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免税传承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税务优化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9768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递延 + 免税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3816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资产保护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13816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债权人保护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退休收入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指数挂钩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3931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遗产规划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9768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绕过遗嘱认证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3931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杠杆效应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3816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小保费撬动大保额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大产品线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大产品线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11887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指数型万能寿险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 / 退休规划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463040"/>
            <a:ext cx="11887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4630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4630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定期寿险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年轻家庭 / 房贷期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40280"/>
            <a:ext cx="11887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402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万能寿险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资产传承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240280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240280"/>
            <a:ext cx="11887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2402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灵活型万能寿险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复杂财务结构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17520"/>
            <a:ext cx="11887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17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年金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840480" y="3017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退休规划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3017520"/>
            <a:ext cx="5669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3017520"/>
            <a:ext cx="118872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017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3017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整体人身保险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40480" y="3017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中小企业主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加盟条件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加盟条件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硬性（必须满足）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持中国境内合法经营资质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1 年以上高净值客户服务经验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（保险/移民/留学/律师/会计师）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接受 2 小时线上培训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通过合规考试（80 分及格）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签署 Partner Agreement + 合规承诺书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软性（优先考虑）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28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有现成高净值客户池（30+ 家庭）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有自媒体 / 商会 / 校友会资源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有跨境业务经验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749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能用英语 / 粤语沟通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3891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（非必须，恒晟提供翻译）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50292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总周期：2-4 周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加盟流程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步加盟流程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37360" y="1691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提交意向表（扫码 / 邮件）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256032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37360" y="2560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 BD 1 对 1 沟通（30 分钟）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342900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3429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参加线上说明会（每月最后一个周六）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37360" y="4297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 Partner Agreement + 合规培训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51663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37360" y="5166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开通合作伙伴账号 + 启动客户对接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招商广告文案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套广告文案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短平快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场景：朋友圈 / 抖音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46304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不卷国内保险了，我把客户送到美国去。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标普 500 指数挂钩，保底 0%，身故免税。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50+ 经纪人在卖，8 家承运商可选。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 · 加州尔湾持牌经纪。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📩 留言「美国保险」我发资料。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专业型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场景：公众号 / 知乎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315468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为什么我把客户的美国身份规划交给恒晟？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年华人保险深耕，NLG IUL 连续 14 季度 #1，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全美 8 家 A 级承运商，加州持牌 + 20 州展业。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不是卖产品，是建结构。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适合：高净值家庭 / 移民 / 留学 / 企业主。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私信「合作」接入合伙人通道。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· 圈层型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场景：商会 / 校友会 DM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484632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各位 X 长/会长好，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推荐一家我深度合作过的美国保险经纪：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恒晟集团，加州尔湾持牌。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能给到中国合作伙伴 3 件事：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8 家承运商方案池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客户线索 10-20% 分成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全程英文沟通 + 跨境合规支持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如需引荐请回复。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朋友圈模板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条朋友圈文案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今天跟一位加州的老同事吃饭，她说她在恒晟做了 3 年经纪人。NLG 的 IUL 在美国市场连续 14 季度排第一。LIMRA 公开报告确实这么写的。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经常有人问我：到了美国第一件事该买什么？美国寿险身故赔付免税 + 现金值税务递延。但产品复杂度高，需要专业经纪。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48640" cy="5486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帮一个老客户做了 IUL：45 岁企业主，$5M 保额，年保费 $80K。信托架构 + 生前福利全开。（具体产品条款以承保为准）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2976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如果你手里有一些高净值客户——我可以介绍一个稳定的美国保险合作渠道：恒晟集团。线索分成首年保费的 10-20%，续期 3-5%。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548640" cy="5486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349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2578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美国寿险 vs 国内寿险：国内固定收益 3.5%，美国指数挂钩保底 0%；国内计入遗产税，美国 100% 免税。不是谁替代谁，是给客户多一个篮子。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朋友圈节奏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 · 格式 · 风险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459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 2-3 条，避免刷屏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10332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6974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2697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 8 点 / 晚 9 点（高净值活跃时段）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749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 &gt; 纯文字 &gt; 长视频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800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0" y="4800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不发具体费率 / 保单截图 / 包过承诺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中国合规总原则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中国大陆境内对美国保险产品的宣传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受到严格监管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 5 类内容绝对不能在中国大陆公开渠道发布：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具体产品名称（IUL、WL 等）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具体保险公司名称（NLG、PALIG 等）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具体费率 / 分红数字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「保证收益」「稳赚不赔」等承诺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客户案例（含可识别身份信息）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违规主体责任在中国发布方，恒晟不承担中国境内合规风险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合规改写对照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条对照：不 → 合规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IUL 收益 7%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美元计价保险产品收益结构与国内不同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国家人寿 176 年历史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国际知名保险机构，历史悠久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NLG 排名 #1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该机构在国际评级中获得较高评价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身故 100% 免税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具体税务处理需根据客户情况咨询专业顾问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我帮你买美国保险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2004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我们提供跨境资产配置咨询服务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首年佣金分成 20%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6576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合作分成比例以双方协议为准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A 买了 $5M 保单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4114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1148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我们曾为多位客户提供跨境资产配置服务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稳赚不赔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5720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5720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保险产品受市场波动影响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50292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核保通过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5029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50292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核保结果由保险公司根据客户情况决定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5486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trike="sngStrike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扫码立刻投保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54864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5486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请先咨询专业顾问评估需求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朋友圈合规版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P22-P23 · 中国境内合规文案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合规版 · 朋友圈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在做跨境业务的过程中，经常有朋友问我关于海外资产配置的问题。涉及到具体产品选择，会推荐专业的顾问团队。跨境保险、信托、税务这些事，一定要找有海外牌照 + 中英文双语能力的机构来对接。不是广告，只是经验之谈。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12471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合规版 · 朋友圈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高净值家庭做资产配置，跨境结构越来越重要。美 / 港 / 新三地的金融工具各有适用场景，没有标准答案，但有最优解。欢迎同行交流。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线下合作加盟合规版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线下沙龙 / 商会 / 校友会场景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各位会长 / 校友好：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我这边对接了一家做跨境资产配置的专业机构，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如果圈层里有朋友对以下方向感兴趣，可以推荐：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海外身份规划中的资产保护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留学 / 移民家庭的长期保障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企业主的 key-person 保障 + 跨境税务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他们的优势是：海外持牌 + 多家承运商 + 中文服务。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不是广告，只是觉得对圈层朋友有用。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需要引荐请私信。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2280"/>
            <a:ext cx="12191695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Hengsheng Group Inc. · 中国市场合作伙伴招募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 + 入会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 1 对 1 沟通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468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29768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参加新人说明会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237744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468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13816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 Partner Agreement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2471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官网：HSPROSPER.com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邮箱：partners@hsprosper.com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总部：Los Angeles, CA, USA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42976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4754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5212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微信：扫码加 BD 团队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恒晟集团·中国市场合作伙伴招商（克制版）</dc:title>
  <dc:subject>PptxGenJS Presentation</dc:subject>
  <dc:creator>Hengsheng Group BD</dc:creator>
  <cp:lastModifiedBy>Hengsheng Group BD</cp:lastModifiedBy>
  <cp:revision>1</cp:revision>
  <dcterms:created xsi:type="dcterms:W3CDTF">2026-09-15T04:00:47Z</dcterms:created>
  <dcterms:modified xsi:type="dcterms:W3CDTF">2026-09-15T04:00:47Z</dcterms:modified>
</cp:coreProperties>
</file>